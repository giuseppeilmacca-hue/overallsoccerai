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Ogana Ugochukwu Louis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Nigeria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Dec 29, 1995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Attack - Centre-Forward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right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1,85 m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Without Club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085850"/>
          <a:ext cx="10821670" cy="394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835"/>
                <a:gridCol w="5410835"/>
              </a:tblGrid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70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80</a:t>
                      </a:r>
                      <a:endParaRPr 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279400"/>
          <a:ext cx="10612755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6535"/>
                <a:gridCol w="5316220"/>
              </a:tblGrid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6146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7330"/>
                <a:gridCol w="530733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 Man (Attack)57.5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 Man (Support)57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Trequartista (Attack)56.5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Poacher (Attack)56.5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Forward (Attack)56.2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55/100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56/100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Chico Ushindi         AMR, ST               Free transfer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Agustín Navarro        ST                      Free transfer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Ismar Tandir               ST                      free transfer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100.000€ - 200.000€</a:t>
            </a:r>
            <a:endParaRPr lang="it-IT" altLang="en-US"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300.000€ - 400.000€.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Overall, he can be a good option for mid-to-lower level teams that need a physical striker in the penalty area, but he is not suited for playing systems that require high mobility or active involvement in the attacking build-up.</a:t>
            </a:r>
            <a:endParaRPr 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1619</Words>
  <Application>WPS Presentation</Application>
  <PresentationFormat>Widescreen</PresentationFormat>
  <Paragraphs>222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PowerPoint 演示文稿</vt:lpstr>
      <vt:lpstr> </vt:lpstr>
      <vt:lpstr> </vt:lpstr>
      <vt:lpstr>BEST ROLES (SUITABLE)</vt:lpstr>
      <vt:lpstr> </vt:lpstr>
      <vt:lpstr>The parameters indicate that it is similar to</vt:lpstr>
      <vt:lpstr>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giuseppe.macca</cp:lastModifiedBy>
  <cp:revision>21</cp:revision>
  <dcterms:created xsi:type="dcterms:W3CDTF">2023-06-04T10:59:00Z</dcterms:created>
  <dcterms:modified xsi:type="dcterms:W3CDTF">2025-04-01T08:59:44Z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