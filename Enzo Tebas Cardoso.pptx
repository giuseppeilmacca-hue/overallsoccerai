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5" r:id="rId8"/>
    <p:sldId id="261" r:id="rId9"/>
    <p:sldId id="262" r:id="rId10"/>
    <p:sldId id="263" r:id="rId11"/>
    <p:sldId id="264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sym typeface="+mn-ea"/>
              </a:rPr>
              <a:t>Technical Schedule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911561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1447800" y="2829560"/>
            <a:ext cx="929576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Giuseppe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Macca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Analytics Algorithms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                     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Technical Schedule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427980"/>
          </a:xfrm>
        </p:spPr>
        <p:txBody>
          <a:bodyPr/>
          <a:p>
            <a:pPr marL="0" indent="0">
              <a:buNone/>
            </a:pPr>
            <a:r>
              <a:rPr lang="it-IT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Name:       Enzo Tebas Cardoso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Citizenship:    Brasil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born:               03/08/2003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Position:        DR,WBR,RW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Foot:             RIGHT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H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eight:          1,74 m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Club:            FREE AGENT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Content Placeholder 6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1"/>
          </p:nvPr>
        </p:nvGraphicFramePr>
        <p:xfrm>
          <a:off x="762000" y="1144270"/>
          <a:ext cx="10589260" cy="4977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4630"/>
                <a:gridCol w="5294630"/>
              </a:tblGrid>
              <a:tr h="5530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PHYSICAL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5530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Acceleration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5530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Agility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5530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Balance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55</a:t>
                      </a:r>
                      <a:endParaRPr lang="en-US"/>
                    </a:p>
                  </a:txBody>
                  <a:tcPr/>
                </a:tc>
              </a:tr>
              <a:tr h="5530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Jumping Reach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5530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Natural Fitness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65</a:t>
                      </a:r>
                      <a:endParaRPr lang="en-US"/>
                    </a:p>
                  </a:txBody>
                  <a:tcPr/>
                </a:tc>
              </a:tr>
              <a:tr h="5530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  <a:endParaRPr lang="en-US"/>
                    </a:p>
                  </a:txBody>
                  <a:tcPr/>
                </a:tc>
              </a:tr>
              <a:tr h="5530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Stamina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5530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Strength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Content Placeholder 5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365125"/>
          <a:ext cx="10612755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6535"/>
                <a:gridCol w="531622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MENTAL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Aggression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Anticipation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Bravery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Composure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55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Concentration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Decisions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55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Determination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75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Flair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25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Leadership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Off the Ball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Positioning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55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Teamwork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55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Vision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55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Work Rate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55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19410" y="1174750"/>
            <a:ext cx="1062990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317500"/>
          <a:ext cx="106146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7330"/>
                <a:gridCol w="530733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Corners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Crossing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Dribbling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Finishing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First Touch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Free Kick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25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Heading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Shots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35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Throws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Marking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Penalty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Tackling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Technique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5945" y="1174750"/>
            <a:ext cx="2116455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rgbClr val="FF0000"/>
                </a:solidFill>
              </a:rPr>
              <a:t>INJURY HISTORY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NONE</a:t>
            </a:r>
            <a:endParaRPr lang="it-IT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BEST ROLES (SUITABLE)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148570" cy="4953000"/>
          </a:xfrm>
        </p:spPr>
        <p:txBody>
          <a:bodyPr/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No-Nonsense Full-back (Defend)52.3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Full-back (Attack)52.3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Wing-back (Defend)52.1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Wing-back (Support)51.8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Inverted Wing-back (Defend)51.6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32535"/>
            <a:ext cx="10732135" cy="4895215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STATUS ABILITY GLOBAL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   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42/100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OVERALL PREVIEW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it-IT" altLang="en-US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54/100</a:t>
            </a:r>
            <a:endParaRPr kumimoji="0" lang="it-IT" altLang="en-US" b="1" i="0" u="none" strike="noStrike" kern="1200" cap="none" spc="0" normalizeH="0" baseline="0" noProof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The parameters indicate that it is similar to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695305" cy="4953000"/>
          </a:xfrm>
        </p:spPr>
        <p:txBody>
          <a:bodyPr/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Gabriel Brítez                DL            Sol de América (PAR)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Ghilbert Parra               DL, WBL  Real Soacha F. (COL)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Andrew Majilsa            DL           Doma Utd.  (NIGERIA)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1097260" cy="4953000"/>
          </a:xfrm>
        </p:spPr>
        <p:txBody>
          <a:bodyPr/>
          <a:p>
            <a:pPr marL="0" indent="0" fontAlgn="base">
              <a:buNone/>
            </a:pPr>
            <a:r>
              <a:rPr lang="it-IT" altLang="en-US"/>
              <a:t> </a:t>
            </a: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current player value</a:t>
            </a:r>
            <a:r>
              <a:rPr lang="it-IT" altLang="en-US">
                <a:highlight>
                  <a:srgbClr val="00FFFF"/>
                </a:highlight>
                <a:sym typeface="+mn-ea"/>
              </a:rPr>
              <a:t> </a:t>
            </a:r>
            <a:endParaRPr lang="it-IT" altLang="en-US" strike="noStrike" noProof="1">
              <a:highlight>
                <a:srgbClr val="00FFFF"/>
              </a:highlight>
            </a:endParaRPr>
          </a:p>
          <a:p>
            <a:pPr marL="0" indent="0" fontAlgn="base">
              <a:buNone/>
            </a:pPr>
            <a:r>
              <a:rPr lang="it-IT" altLang="en-US">
                <a:sym typeface="+mn-ea"/>
              </a:rPr>
              <a:t>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€25.000 - €50.000</a:t>
            </a:r>
            <a:endParaRPr lang="it-IT" altLang="en-US">
              <a:sym typeface="+mn-ea"/>
            </a:endParaRPr>
          </a:p>
          <a:p>
            <a:pPr marL="0" indent="0" fontAlgn="base">
              <a:buNone/>
            </a:pPr>
            <a:endParaRPr lang="it-IT" altLang="en-US" strike="noStrike" noProof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 b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potential future value</a:t>
            </a:r>
            <a:endParaRPr lang="it-IT" alt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€100,000 - €250,000</a:t>
            </a:r>
            <a:r>
              <a:rPr lang="it-IT" alt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, depending on his performances and development in a competitive league.</a:t>
            </a:r>
            <a:endParaRPr lang="it-IT" alt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612775" y="6481445"/>
            <a:ext cx="25152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fld id="{63A1C593-65D0-4073-BCC9-577B9352EA97}" type="datetime2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660515" y="6481445"/>
            <a:ext cx="189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it-IT" altLang="en-US">
                <a:effectLst>
                  <a:reflection blurRad="6350" stA="50000" endA="300" endPos="50000" dist="29997" dir="5400000" sy="-100000" algn="bl" rotWithShape="0"/>
                </a:effectLst>
                <a:latin typeface="Arial" panose="020B0604020202020204" pitchFamily="34" charset="0"/>
                <a:sym typeface="+mn-ea"/>
              </a:rPr>
              <a:t>Giuseppe Macca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br>
              <a:rPr lang="en-US">
                <a:sym typeface="+mn-ea"/>
              </a:rPr>
            </a:br>
            <a:r>
              <a:rPr lang="en-US">
                <a:solidFill>
                  <a:srgbClr val="FF0000"/>
                </a:solidFill>
                <a:sym typeface="+mn-ea"/>
              </a:rPr>
              <a:t>Conclusions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031095" cy="4458970"/>
          </a:xfrm>
        </p:spPr>
        <p:txBody>
          <a:bodyPr/>
          <a:p>
            <a:r>
              <a:rPr lang="en-US"/>
              <a:t>Currently, Enzo is a player who needs a team to continue his development. He has good potential for mid-to-lower-tier teams, but his value will depend on his ability to improve his skills and find a club that offers him consistent playing opportunities.</a:t>
            </a:r>
            <a:endParaRPr 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033125" y="5815330"/>
            <a:ext cx="1158875" cy="10426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1717</Words>
  <Application>WPS Presentation</Application>
  <PresentationFormat>Widescreen</PresentationFormat>
  <Paragraphs>226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SimSun</vt:lpstr>
      <vt:lpstr>Wingdings</vt:lpstr>
      <vt:lpstr>Microsoft YaHei</vt:lpstr>
      <vt:lpstr>Arial Unicode MS</vt:lpstr>
      <vt:lpstr>Calibri</vt:lpstr>
      <vt:lpstr>Green Color</vt:lpstr>
      <vt:lpstr>Technical Schedule</vt:lpstr>
      <vt:lpstr>                          Technical Schedule</vt:lpstr>
      <vt:lpstr>PowerPoint 演示文稿</vt:lpstr>
      <vt:lpstr> </vt:lpstr>
      <vt:lpstr> </vt:lpstr>
      <vt:lpstr>INJURY HISTORY</vt:lpstr>
      <vt:lpstr>BEST ROLES (SUITABLE)</vt:lpstr>
      <vt:lpstr> </vt:lpstr>
      <vt:lpstr>The parameters indicate that it is similar to</vt:lpstr>
      <vt:lpstr>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Schedule</dc:title>
  <dc:creator/>
  <cp:lastModifiedBy>giuseppe.macca</cp:lastModifiedBy>
  <cp:revision>22</cp:revision>
  <dcterms:created xsi:type="dcterms:W3CDTF">2023-06-04T10:59:00Z</dcterms:created>
  <dcterms:modified xsi:type="dcterms:W3CDTF">2025-03-31T14:04:40Z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60AC356AB9204BF2B919A4BB8AE7B43B</vt:lpwstr>
  </property>
  <property fmtid="{D5CDD505-2E9C-101B-9397-08002B2CF9AE}" pid="3" name="KSOProductBuildVer">
    <vt:lpwstr>1033-11.2.0.11486</vt:lpwstr>
  </property>
</Properties>
</file>