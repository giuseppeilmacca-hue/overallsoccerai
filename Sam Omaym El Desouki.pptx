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Sam Omaym El Desouki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  Egypt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 2 feb 2002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 goalkeeper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right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 1,88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  El Dakhleya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  <a:sym typeface="+mn-ea"/>
              </a:rPr>
              <a:t>INJURY HISTORY</a:t>
            </a:r>
            <a:r>
              <a:rPr lang="it-IT" altLang="en-US" b="1">
                <a:solidFill>
                  <a:srgbClr val="FF0000"/>
                </a:solidFill>
                <a:sym typeface="+mn-ea"/>
              </a:rPr>
              <a:t> and RISK INJURIES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Recorded Injuries: none significant</a:t>
            </a:r>
            <a:endParaRPr lang="en-US"/>
          </a:p>
          <a:p>
            <a:endParaRPr lang="en-US"/>
          </a:p>
          <a:p>
            <a:r>
              <a:rPr lang="en-US"/>
              <a:t>Injury Risk: low (≈10%).</a:t>
            </a:r>
            <a:endParaRPr lang="en-US"/>
          </a:p>
          <a:p>
            <a:endParaRPr lang="en-US"/>
          </a:p>
          <a:p>
            <a:r>
              <a:rPr lang="en-US"/>
              <a:t>% of Matches Missed due to Injury in the Last 5 Years: &lt;3% (excellent figure for a young goalkeeper).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462260" cy="4720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1130"/>
                <a:gridCol w="5231130"/>
              </a:tblGrid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  <a:endParaRPr lang="en-US"/>
                    </a:p>
                  </a:txBody>
                  <a:tcPr/>
                </a:tc>
              </a:tr>
              <a:tr h="524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r>
                        <a:rPr lang="it-IT" altLang="en-US"/>
                        <a:t> GOALKEEPING</a:t>
                      </a:r>
                      <a:endParaRPr lang="it-IT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Aerial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Command of Area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Communication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Eccentricity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Handling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Kicking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One on Ones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Punching (Tendency)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Reflexes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Rushing Out (Tendency)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Throwing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15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Goalkeeper Defensive41.7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Sweeper Keeper (Defensive)39.3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Sweeper Keeper (Attack)38.6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Sweeper Keeper (Support)38.6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(1–100): 42/100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(in line with his role ratings: GK Defensive 41.7, Sweeper Keeper 38–39).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(future): 58/100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(decent growth margin considering his age – 23 – and the chance to gain experience).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Fabian Kopeinig     GK         ATUS Velden(AUT)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Franco Copete         GK   Río Negro de San Jose’(URU)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Andreas Wasenius  GK            Råde     (NOR)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504190"/>
            <a:ext cx="11097260" cy="5372735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€50K–80K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strike="noStrike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(emerging profile in an Egyptian club, limited international exposure).</a:t>
            </a:r>
            <a:endParaRPr lang="it-IT" altLang="en-US" strike="noStrike" noProof="1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€150K–200K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(achievable if he consolidates as a regular starter, improves fundamentals, and gains international experience).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701540"/>
          </a:xfrm>
        </p:spPr>
        <p:txBody>
          <a:bodyPr/>
          <a:p>
            <a:r>
              <a:rPr lang="en-US" sz="1800"/>
              <a:t>Ideal System of Play:</a:t>
            </a:r>
            <a:endParaRPr lang="en-US" sz="1800"/>
          </a:p>
          <a:p>
            <a:r>
              <a:rPr lang="en-US" sz="1800"/>
              <a:t>✔ 4-4-2 or 4-2-3-1 with a “defensive” goalkeeper profile, not taking excessive risks in buildup.</a:t>
            </a:r>
            <a:endParaRPr lang="en-US" sz="1800"/>
          </a:p>
          <a:p>
            <a:r>
              <a:rPr lang="en-US" sz="1800"/>
              <a:t>✔ Best suited for teams defending with medium or low blocks, where his physical presence and shot-stopping are more important than distribution skills.</a:t>
            </a:r>
            <a:endParaRPr lang="en-US" sz="1800"/>
          </a:p>
          <a:p>
            <a:endParaRPr lang="en-US" sz="1800"/>
          </a:p>
          <a:p>
            <a:r>
              <a:rPr lang="en-US" sz="1800"/>
              <a:t>Best Coaching Leadership Style:</a:t>
            </a:r>
            <a:endParaRPr lang="en-US" sz="1800"/>
          </a:p>
          <a:p>
            <a:r>
              <a:rPr lang="en-US" sz="1800"/>
              <a:t>👉 Needs an authoritative yet educational approach, with a coach focused on daily improvement and progressive development (goalkeeper coach plays a key role).</a:t>
            </a:r>
            <a:endParaRPr lang="en-US" sz="1800"/>
          </a:p>
          <a:p>
            <a:r>
              <a:rPr lang="en-US" sz="1800"/>
              <a:t>👉 Calm and motivational leadership is more effective than high pressure.</a:t>
            </a:r>
            <a:endParaRPr lang="en-US" sz="1800"/>
          </a:p>
          <a:p>
            <a:endParaRPr lang="en-US" sz="1800"/>
          </a:p>
          <a:p>
            <a:r>
              <a:rPr lang="en-US" sz="1800"/>
              <a:t>Most Suitable Leagues:</a:t>
            </a:r>
            <a:endParaRPr lang="en-US" sz="1800"/>
          </a:p>
          <a:p>
            <a:r>
              <a:rPr lang="en-US" sz="1800"/>
              <a:t>🔹 Middle East (Egypt, Saudi Arabia, Qatar, UAE) – for stability and financial growth.</a:t>
            </a:r>
            <a:endParaRPr lang="en-US" sz="1800"/>
          </a:p>
          <a:p>
            <a:r>
              <a:rPr lang="en-US" sz="1800"/>
              <a:t>🔹 Eastern Europe / Scandinavia (Greece, Turkey, Norway, Sweden) – as a stepping stone.</a:t>
            </a:r>
            <a:endParaRPr lang="en-US" sz="1800"/>
          </a:p>
          <a:p>
            <a:r>
              <a:rPr lang="en-US" sz="1800"/>
              <a:t>🔹 Italian Serie C or lower-tier European leagues – for tactical maturity and structured development.</a:t>
            </a:r>
            <a:endParaRPr lang="en-US" sz="1800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2709</Words>
  <Application>WPS Presentation</Application>
  <PresentationFormat>Widescreen</PresentationFormat>
  <Paragraphs>237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PowerPoint 演示文稿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26</cp:revision>
  <dcterms:created xsi:type="dcterms:W3CDTF">2023-06-04T10:59:00Z</dcterms:created>
  <dcterms:modified xsi:type="dcterms:W3CDTF">2025-09-14T08:24:22Z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