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70" r:id="rId5"/>
    <p:sldId id="258" r:id="rId6"/>
    <p:sldId id="259" r:id="rId7"/>
    <p:sldId id="260" r:id="rId8"/>
    <p:sldId id="265" r:id="rId9"/>
    <p:sldId id="261" r:id="rId10"/>
    <p:sldId id="262" r:id="rId11"/>
    <p:sldId id="263" r:id="rId12"/>
    <p:sldId id="264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>
      <p:cViewPr varScale="1">
        <p:scale>
          <a:sx n="53" d="100"/>
          <a:sy n="53" d="100"/>
        </p:scale>
        <p:origin x="18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624417" y="3717925"/>
            <a:ext cx="10943167" cy="1082675"/>
          </a:xfrm>
        </p:spPr>
        <p:txBody>
          <a:bodyPr/>
          <a:lstStyle>
            <a:lvl1pPr algn="r">
              <a:defRPr/>
            </a:lvl1pPr>
          </a:lstStyle>
          <a:p>
            <a:pPr lvl="0"/>
            <a:r>
              <a:rPr lang="en-US" altLang="zh-CN" noProof="0" smtClean="0"/>
              <a:t>Click to edit Master title style</a:t>
            </a:r>
            <a:endParaRPr lang="en-US" altLang="zh-CN" noProof="0" smtClean="0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626533" y="4940300"/>
            <a:ext cx="10949517" cy="981075"/>
          </a:xfrm>
        </p:spPr>
        <p:txBody>
          <a:bodyPr/>
          <a:lstStyle>
            <a:lvl1pPr marL="0" indent="0" algn="r">
              <a:buFontTx/>
              <a:buNone/>
              <a:defRPr/>
            </a:lvl1pPr>
          </a:lstStyle>
          <a:p>
            <a:pPr lvl="0"/>
            <a:r>
              <a:rPr lang="en-US" altLang="zh-CN" noProof="0" smtClean="0"/>
              <a:t>Click to edit Master subtitle style</a:t>
            </a:r>
            <a:endParaRPr lang="en-US" altLang="zh-CN" noProof="0" smtClean="0"/>
          </a:p>
        </p:txBody>
      </p:sp>
      <p:sp>
        <p:nvSpPr>
          <p:cNvPr id="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1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1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3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174750"/>
            <a:ext cx="53848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174750"/>
            <a:ext cx="53848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7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7" y="2505075"/>
            <a:ext cx="5158316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5"/>
            <a:ext cx="617220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190500"/>
            <a:ext cx="2743200" cy="59372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90500"/>
            <a:ext cx="8026400" cy="59372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2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026" name="Picture 10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7" name="Rectangle 3"/>
          <p:cNvSpPr>
            <a:spLocks noGrp="1"/>
          </p:cNvSpPr>
          <p:nvPr>
            <p:ph type="title"/>
          </p:nvPr>
        </p:nvSpPr>
        <p:spPr>
          <a:xfrm>
            <a:off x="609600" y="190500"/>
            <a:ext cx="10972800" cy="5826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1028" name="Rectangle 4"/>
          <p:cNvSpPr>
            <a:spLocks noGrp="1"/>
          </p:cNvSpPr>
          <p:nvPr>
            <p:ph type="body" idx="1"/>
          </p:nvPr>
        </p:nvSpPr>
        <p:spPr>
          <a:xfrm>
            <a:off x="609600" y="1174750"/>
            <a:ext cx="10972800" cy="49530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rtl="0" fontAlgn="base">
        <a:spcBef>
          <a:spcPct val="0"/>
        </a:spcBef>
        <a:spcAft>
          <a:spcPct val="0"/>
        </a:spcAft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jpeg"/><Relationship Id="rId1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3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3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3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3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3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WhatsApp Image 2024-10-09 at 19.52.3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66675" y="0"/>
            <a:ext cx="12258675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randomBar dir="vert"/>
      </p:transition>
    </mc:Choice>
    <mc:Fallback>
      <p:transition spd="slow">
        <p:randomBar dir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scene3d>
              <a:camera prst="orthographicFront"/>
              <a:lightRig rig="threePt" dir="t"/>
            </a:scene3d>
          </a:bodyPr>
          <a:p>
            <a:r>
              <a:rPr lang="it-IT" altLang="en-US">
                <a:ln w="12700">
                  <a:solidFill>
                    <a:schemeClr val="accent1"/>
                  </a:solidFill>
                  <a:prstDash val="solid"/>
                </a:ln>
                <a:solidFill>
                  <a:srgbClr val="FF0000"/>
                </a:solidFill>
                <a:effectLst>
                  <a:outerShdw dist="38100" dir="2640000" algn="bl" rotWithShape="0">
                    <a:schemeClr val="accent1"/>
                  </a:outerShdw>
                </a:effectLst>
              </a:rPr>
              <a:t>                          </a:t>
            </a:r>
            <a:r>
              <a:rPr lang="it-IT" altLang="en-US">
                <a:ln w="12700">
                  <a:solidFill>
                    <a:schemeClr val="accent1"/>
                  </a:solidFill>
                  <a:prstDash val="solid"/>
                </a:ln>
                <a:solidFill>
                  <a:srgbClr val="FF0000"/>
                </a:solidFill>
                <a:effectLst>
                  <a:outerShdw dist="38100" dir="2640000" algn="bl" rotWithShape="0">
                    <a:schemeClr val="accent1"/>
                  </a:outerShdw>
                </a:effectLst>
                <a:sym typeface="+mn-ea"/>
              </a:rPr>
              <a:t>Technical Schedule</a:t>
            </a:r>
            <a:endParaRPr lang="it-IT" altLang="en-US">
              <a:ln w="12700">
                <a:solidFill>
                  <a:schemeClr val="accent1"/>
                </a:solidFill>
                <a:prstDash val="solid"/>
              </a:ln>
              <a:solidFill>
                <a:srgbClr val="FF0000"/>
              </a:solidFill>
              <a:effectLst>
                <a:outerShdw dist="38100" dir="2640000" algn="bl" rotWithShape="0">
                  <a:schemeClr val="accent1"/>
                </a:outerShdw>
              </a:effectLst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174750"/>
            <a:ext cx="10262870" cy="4953000"/>
          </a:xfrm>
        </p:spPr>
        <p:txBody>
          <a:bodyPr/>
          <a:p>
            <a:pPr marL="0" indent="0">
              <a:buNone/>
            </a:pPr>
            <a:r>
              <a:rPr lang="it-IT" altLang="en-US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             </a:t>
            </a:r>
            <a:r>
              <a:rPr lang="it-IT" altLang="en-US">
                <a:gradFill>
                  <a:gsLst>
                    <a:gs pos="0">
                      <a:srgbClr val="14CD68"/>
                    </a:gs>
                    <a:gs pos="100000">
                      <a:srgbClr val="035C7D"/>
                    </a:gs>
                  </a:gsLst>
                  <a:lin scaled="0"/>
                </a:gra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Name:          Nicolás Iván González        </a:t>
            </a:r>
            <a:endParaRPr lang="it-IT" altLang="en-US">
              <a:gradFill>
                <a:gsLst>
                  <a:gs pos="0">
                    <a:srgbClr val="14CD68"/>
                  </a:gs>
                  <a:gs pos="100000">
                    <a:srgbClr val="035C7D"/>
                  </a:gs>
                </a:gsLst>
                <a:lin scaled="0"/>
              </a:gra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sym typeface="+mn-ea"/>
            </a:endParaRPr>
          </a:p>
          <a:p>
            <a:pPr marL="0" indent="0">
              <a:buNone/>
            </a:pPr>
            <a:r>
              <a:rPr lang="it-IT" altLang="en-US">
                <a:gradFill>
                  <a:gsLst>
                    <a:gs pos="0">
                      <a:srgbClr val="14CD68"/>
                    </a:gs>
                    <a:gs pos="100000">
                      <a:srgbClr val="035C7D"/>
                    </a:gs>
                  </a:gsLst>
                  <a:lin scaled="0"/>
                </a:gra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             Citizenship:  Argentina/Italy  </a:t>
            </a:r>
            <a:endParaRPr lang="it-IT" altLang="en-US">
              <a:gradFill>
                <a:gsLst>
                  <a:gs pos="0">
                    <a:srgbClr val="14CD68"/>
                  </a:gs>
                  <a:gs pos="100000">
                    <a:srgbClr val="035C7D"/>
                  </a:gs>
                </a:gsLst>
                <a:lin scaled="0"/>
              </a:gra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sym typeface="+mn-ea"/>
            </a:endParaRPr>
          </a:p>
          <a:p>
            <a:pPr marL="0" indent="0">
              <a:buNone/>
            </a:pPr>
            <a:r>
              <a:rPr lang="it-IT" altLang="en-US">
                <a:gradFill>
                  <a:gsLst>
                    <a:gs pos="0">
                      <a:srgbClr val="14CD68"/>
                    </a:gs>
                    <a:gs pos="100000">
                      <a:srgbClr val="035C7D"/>
                    </a:gs>
                  </a:gsLst>
                  <a:lin scaled="0"/>
                </a:gra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             born:             Apr 6, 1998         </a:t>
            </a:r>
            <a:endParaRPr lang="it-IT" altLang="en-US">
              <a:gradFill>
                <a:gsLst>
                  <a:gs pos="0">
                    <a:srgbClr val="14CD68"/>
                  </a:gs>
                  <a:gs pos="100000">
                    <a:srgbClr val="035C7D"/>
                  </a:gs>
                </a:gsLst>
                <a:lin scaled="0"/>
              </a:gra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sym typeface="+mn-ea"/>
            </a:endParaRPr>
          </a:p>
          <a:p>
            <a:pPr marL="0" indent="0">
              <a:buNone/>
            </a:pPr>
            <a:r>
              <a:rPr lang="it-IT" altLang="en-US">
                <a:gradFill>
                  <a:gsLst>
                    <a:gs pos="0">
                      <a:srgbClr val="14CD68"/>
                    </a:gs>
                    <a:gs pos="100000">
                      <a:srgbClr val="035C7D"/>
                    </a:gs>
                  </a:gsLst>
                  <a:lin scaled="0"/>
                </a:gra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             Position:       AMR, AML, ST    </a:t>
            </a:r>
            <a:endParaRPr lang="it-IT" altLang="en-US">
              <a:gradFill>
                <a:gsLst>
                  <a:gs pos="0">
                    <a:srgbClr val="14CD68"/>
                  </a:gs>
                  <a:gs pos="100000">
                    <a:srgbClr val="035C7D"/>
                  </a:gs>
                </a:gsLst>
                <a:lin scaled="0"/>
              </a:gra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sym typeface="+mn-ea"/>
            </a:endParaRPr>
          </a:p>
          <a:p>
            <a:pPr marL="0" indent="0">
              <a:buNone/>
            </a:pPr>
            <a:r>
              <a:rPr lang="it-IT" altLang="en-US">
                <a:gradFill>
                  <a:gsLst>
                    <a:gs pos="0">
                      <a:srgbClr val="14CD68"/>
                    </a:gs>
                    <a:gs pos="100000">
                      <a:srgbClr val="035C7D"/>
                    </a:gs>
                  </a:gsLst>
                  <a:lin scaled="0"/>
                </a:gra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             Foot:             Left</a:t>
            </a:r>
            <a:endParaRPr lang="it-IT" altLang="en-US">
              <a:gradFill>
                <a:gsLst>
                  <a:gs pos="0">
                    <a:srgbClr val="14CD68"/>
                  </a:gs>
                  <a:gs pos="100000">
                    <a:srgbClr val="035C7D"/>
                  </a:gs>
                </a:gsLst>
                <a:lin scaled="0"/>
              </a:gra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sym typeface="+mn-ea"/>
            </a:endParaRPr>
          </a:p>
          <a:p>
            <a:pPr marL="0" indent="0">
              <a:buNone/>
            </a:pPr>
            <a:r>
              <a:rPr lang="it-IT" altLang="en-US">
                <a:gradFill>
                  <a:gsLst>
                    <a:gs pos="0">
                      <a:srgbClr val="14CD68"/>
                    </a:gs>
                    <a:gs pos="100000">
                      <a:srgbClr val="035C7D"/>
                    </a:gs>
                  </a:gsLst>
                  <a:lin scaled="0"/>
                </a:gra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             H</a:t>
            </a:r>
            <a:r>
              <a:rPr lang="it-IT" altLang="en-US">
                <a:gradFill>
                  <a:gsLst>
                    <a:gs pos="0">
                      <a:srgbClr val="14CD68"/>
                    </a:gs>
                    <a:gs pos="100000">
                      <a:srgbClr val="035C7D"/>
                    </a:gs>
                  </a:gsLst>
                  <a:lin scaled="0"/>
                </a:gra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eight:         180 CM</a:t>
            </a:r>
            <a:endParaRPr lang="it-IT" altLang="en-US">
              <a:gradFill>
                <a:gsLst>
                  <a:gs pos="0">
                    <a:srgbClr val="14CD68"/>
                  </a:gs>
                  <a:gs pos="100000">
                    <a:srgbClr val="035C7D"/>
                  </a:gs>
                </a:gsLst>
                <a:lin scaled="0"/>
              </a:gra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sym typeface="+mn-ea"/>
            </a:endParaRPr>
          </a:p>
          <a:p>
            <a:pPr marL="0" indent="0">
              <a:buNone/>
            </a:pPr>
            <a:r>
              <a:rPr lang="it-IT" altLang="en-US">
                <a:gradFill>
                  <a:gsLst>
                    <a:gs pos="0">
                      <a:srgbClr val="14CD68"/>
                    </a:gs>
                    <a:gs pos="100000">
                      <a:srgbClr val="035C7D"/>
                    </a:gs>
                  </a:gsLst>
                  <a:lin scaled="0"/>
                </a:gra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             Club:            Juventus FC</a:t>
            </a:r>
            <a:endParaRPr lang="it-IT" altLang="en-US">
              <a:gradFill>
                <a:gsLst>
                  <a:gs pos="0">
                    <a:srgbClr val="14CD68"/>
                  </a:gs>
                  <a:gs pos="100000">
                    <a:srgbClr val="035C7D"/>
                  </a:gs>
                </a:gsLst>
                <a:lin scaled="0"/>
              </a:gra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sym typeface="+mn-ea"/>
            </a:endParaRPr>
          </a:p>
          <a:p>
            <a:pPr marL="0" indent="0">
              <a:buNone/>
            </a:pPr>
            <a:r>
              <a:rPr lang="it-IT" altLang="en-US">
                <a:gradFill>
                  <a:gsLst>
                    <a:gs pos="0">
                      <a:srgbClr val="14CD68"/>
                    </a:gs>
                    <a:gs pos="100000">
                      <a:srgbClr val="035C7D"/>
                    </a:gs>
                  </a:gsLst>
                  <a:lin scaled="0"/>
                </a:gra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        </a:t>
            </a:r>
            <a:endParaRPr lang="it-IT" altLang="en-US">
              <a:gradFill>
                <a:gsLst>
                  <a:gs pos="0">
                    <a:srgbClr val="14CD68"/>
                  </a:gs>
                  <a:gs pos="100000">
                    <a:srgbClr val="035C7D"/>
                  </a:gs>
                </a:gsLst>
                <a:lin scaled="0"/>
              </a:gra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 marL="0" indent="0">
              <a:buNone/>
            </a:pPr>
            <a:endParaRPr lang="it-IT" altLang="en-US">
              <a:gradFill>
                <a:gsLst>
                  <a:gs pos="0">
                    <a:srgbClr val="14CD68"/>
                  </a:gs>
                  <a:gs pos="100000">
                    <a:srgbClr val="035C7D"/>
                  </a:gs>
                </a:gsLst>
                <a:lin scaled="0"/>
              </a:gra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pic>
        <p:nvPicPr>
          <p:cNvPr id="6" name="Content Placeholder 5" descr="WhatsApp Image 2024-10-09 at 19.52.34"/>
          <p:cNvPicPr>
            <a:picLocks noChangeAspect="1"/>
          </p:cNvPicPr>
          <p:nvPr>
            <p:ph sz="half" idx="2"/>
          </p:nvPr>
        </p:nvPicPr>
        <p:blipFill>
          <a:blip r:embed="rId1"/>
          <a:stretch>
            <a:fillRect/>
          </a:stretch>
        </p:blipFill>
        <p:spPr>
          <a:xfrm>
            <a:off x="10872470" y="5516880"/>
            <a:ext cx="1238885" cy="134048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randomBar dir="vert"/>
      </p:transition>
    </mc:Choice>
    <mc:Fallback>
      <p:transition spd="slow">
        <p:randomBar dir="vert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it-IT" altLang="en-US"/>
              <a:t>SEASON HEATMAP</a:t>
            </a:r>
            <a:endParaRPr lang="it-IT" altLang="en-US"/>
          </a:p>
        </p:txBody>
      </p:sp>
      <p:pic>
        <p:nvPicPr>
          <p:cNvPr id="4" name="Content Placeholder 3" descr="WhatsApp Image 2024-10-10 at 15.41.5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608965" y="774065"/>
            <a:ext cx="10262870" cy="4742180"/>
          </a:xfrm>
          <a:prstGeom prst="rect">
            <a:avLst/>
          </a:prstGeom>
        </p:spPr>
      </p:pic>
      <p:pic>
        <p:nvPicPr>
          <p:cNvPr id="3" name="Content Placeholder 2" descr="WhatsApp Image 2024-10-09 at 19.52.34"/>
          <p:cNvPicPr>
            <a:picLocks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0872470" y="5516880"/>
            <a:ext cx="1238885" cy="134048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graphicFrame>
        <p:nvGraphicFramePr>
          <p:cNvPr id="4" name="Content Placeholder 3"/>
          <p:cNvGraphicFramePr/>
          <p:nvPr>
            <p:ph sz="half" idx="1"/>
          </p:nvPr>
        </p:nvGraphicFramePr>
        <p:xfrm>
          <a:off x="762000" y="1155700"/>
          <a:ext cx="10605770" cy="34861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02885"/>
                <a:gridCol w="5302885"/>
              </a:tblGrid>
              <a:tr h="38735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PHYSICAL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</a:tr>
              <a:tr h="38735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Acceleration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it-IT" altLang="en-US"/>
                        <a:t>80</a:t>
                      </a:r>
                      <a:endParaRPr lang="it-IT" altLang="en-US"/>
                    </a:p>
                  </a:txBody>
                  <a:tcPr/>
                </a:tc>
              </a:tr>
              <a:tr h="38735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Agility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it-IT" altLang="en-US"/>
                        <a:t>75</a:t>
                      </a:r>
                      <a:endParaRPr lang="it-IT" altLang="en-US"/>
                    </a:p>
                  </a:txBody>
                  <a:tcPr/>
                </a:tc>
              </a:tr>
              <a:tr h="38735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Balance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it-IT" altLang="en-US"/>
                        <a:t>65</a:t>
                      </a:r>
                      <a:endParaRPr lang="it-IT" altLang="en-US"/>
                    </a:p>
                  </a:txBody>
                  <a:tcPr/>
                </a:tc>
              </a:tr>
              <a:tr h="38735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Jumping Reach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it-IT" altLang="en-US"/>
                        <a:t>80</a:t>
                      </a:r>
                      <a:endParaRPr lang="it-IT" altLang="en-US"/>
                    </a:p>
                  </a:txBody>
                  <a:tcPr/>
                </a:tc>
              </a:tr>
              <a:tr h="38735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Natural Fitness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it-IT" altLang="en-US"/>
                        <a:t>70</a:t>
                      </a:r>
                      <a:endParaRPr lang="it-IT" altLang="en-US"/>
                    </a:p>
                  </a:txBody>
                  <a:tcPr/>
                </a:tc>
              </a:tr>
              <a:tr h="38735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Pace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it-IT" altLang="en-US"/>
                        <a:t>80</a:t>
                      </a:r>
                      <a:endParaRPr lang="it-IT" altLang="en-US"/>
                    </a:p>
                  </a:txBody>
                  <a:tcPr/>
                </a:tc>
              </a:tr>
              <a:tr h="38735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Stamina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it-IT" altLang="en-US"/>
                        <a:t>60</a:t>
                      </a:r>
                      <a:endParaRPr lang="it-IT" altLang="en-US"/>
                    </a:p>
                  </a:txBody>
                  <a:tcPr/>
                </a:tc>
              </a:tr>
              <a:tr h="38735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Strength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it-IT" altLang="en-US"/>
                        <a:t>55</a:t>
                      </a:r>
                      <a:endParaRPr lang="it-IT" altLang="en-US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8" name="Content Placeholder 5" descr="WhatsApp Image 2024-10-09 at 19.52.3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72470" y="5516880"/>
            <a:ext cx="1238885" cy="134048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randomBar dir="vert"/>
      </p:transition>
    </mc:Choice>
    <mc:Fallback>
      <p:transition spd="slow">
        <p:randomBar dir="vert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it-IT" altLang="en-US"/>
              <a:t> </a:t>
            </a:r>
            <a:endParaRPr lang="it-IT" altLang="en-US"/>
          </a:p>
        </p:txBody>
      </p:sp>
      <p:graphicFrame>
        <p:nvGraphicFramePr>
          <p:cNvPr id="5" name="Content Placeholder 4"/>
          <p:cNvGraphicFramePr/>
          <p:nvPr>
            <p:ph sz="half" idx="1"/>
          </p:nvPr>
        </p:nvGraphicFramePr>
        <p:xfrm>
          <a:off x="609600" y="184150"/>
          <a:ext cx="10972800" cy="56673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76240"/>
                <a:gridCol w="5496560"/>
              </a:tblGrid>
              <a:tr h="37782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MENTAL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</a:tr>
              <a:tr h="37782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Aggression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it-IT" altLang="en-US"/>
                        <a:t>80</a:t>
                      </a:r>
                      <a:endParaRPr lang="it-IT" altLang="en-US"/>
                    </a:p>
                  </a:txBody>
                  <a:tcPr/>
                </a:tc>
              </a:tr>
              <a:tr h="37782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Anticipation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it-IT" altLang="en-US"/>
                        <a:t>65</a:t>
                      </a:r>
                      <a:endParaRPr lang="it-IT" altLang="en-US"/>
                    </a:p>
                  </a:txBody>
                  <a:tcPr/>
                </a:tc>
              </a:tr>
              <a:tr h="37782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Bravery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it-IT" altLang="en-US"/>
                        <a:t>80</a:t>
                      </a:r>
                      <a:endParaRPr lang="it-IT" altLang="en-US"/>
                    </a:p>
                  </a:txBody>
                  <a:tcPr/>
                </a:tc>
              </a:tr>
              <a:tr h="37782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Composure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it-IT" altLang="en-US"/>
                        <a:t>75</a:t>
                      </a:r>
                      <a:endParaRPr lang="it-IT" altLang="en-US"/>
                    </a:p>
                  </a:txBody>
                  <a:tcPr/>
                </a:tc>
              </a:tr>
              <a:tr h="37782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Concentration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it-IT" altLang="en-US"/>
                        <a:t>50</a:t>
                      </a:r>
                      <a:endParaRPr lang="it-IT" altLang="en-US"/>
                    </a:p>
                  </a:txBody>
                  <a:tcPr/>
                </a:tc>
              </a:tr>
              <a:tr h="37782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Decisions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it-IT" altLang="en-US"/>
                        <a:t>70</a:t>
                      </a:r>
                      <a:endParaRPr lang="it-IT" altLang="en-US"/>
                    </a:p>
                  </a:txBody>
                  <a:tcPr/>
                </a:tc>
              </a:tr>
              <a:tr h="37782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Determination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it-IT" altLang="en-US"/>
                        <a:t>85</a:t>
                      </a:r>
                      <a:endParaRPr lang="it-IT" altLang="en-US"/>
                    </a:p>
                  </a:txBody>
                  <a:tcPr/>
                </a:tc>
              </a:tr>
              <a:tr h="37782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Flair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it-IT" altLang="en-US"/>
                        <a:t>75</a:t>
                      </a:r>
                      <a:endParaRPr lang="it-IT" altLang="en-US"/>
                    </a:p>
                  </a:txBody>
                  <a:tcPr/>
                </a:tc>
              </a:tr>
              <a:tr h="37782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Leadership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it-IT" altLang="en-US"/>
                        <a:t>35</a:t>
                      </a:r>
                      <a:endParaRPr lang="it-IT" altLang="en-US"/>
                    </a:p>
                  </a:txBody>
                  <a:tcPr/>
                </a:tc>
              </a:tr>
              <a:tr h="37782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Off the Ball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it-IT" altLang="en-US"/>
                        <a:t>80</a:t>
                      </a:r>
                      <a:endParaRPr lang="it-IT" altLang="en-US"/>
                    </a:p>
                  </a:txBody>
                  <a:tcPr/>
                </a:tc>
              </a:tr>
              <a:tr h="37782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Positioning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it-IT" altLang="en-US"/>
                        <a:t>30</a:t>
                      </a:r>
                      <a:endParaRPr lang="it-IT" altLang="en-US"/>
                    </a:p>
                  </a:txBody>
                  <a:tcPr/>
                </a:tc>
              </a:tr>
              <a:tr h="37782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Teamwork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it-IT" altLang="en-US"/>
                        <a:t>65</a:t>
                      </a:r>
                      <a:endParaRPr lang="it-IT" altLang="en-US"/>
                    </a:p>
                  </a:txBody>
                  <a:tcPr/>
                </a:tc>
              </a:tr>
              <a:tr h="37782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Vision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it-IT" altLang="en-US"/>
                        <a:t>65</a:t>
                      </a:r>
                      <a:endParaRPr lang="it-IT" altLang="en-US"/>
                    </a:p>
                  </a:txBody>
                  <a:tcPr/>
                </a:tc>
              </a:tr>
              <a:tr h="37782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Work Rate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it-IT" altLang="en-US"/>
                        <a:t>70</a:t>
                      </a:r>
                      <a:endParaRPr lang="it-IT" altLang="en-US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519410" y="1174750"/>
            <a:ext cx="1062990" cy="4953000"/>
          </a:xfrm>
        </p:spPr>
        <p:txBody>
          <a:bodyPr/>
          <a:p>
            <a:pPr marL="0" indent="0">
              <a:buNone/>
            </a:pPr>
            <a:r>
              <a:rPr lang="it-IT" altLang="en-US"/>
              <a:t>  </a:t>
            </a:r>
            <a:endParaRPr lang="it-IT" altLang="en-US"/>
          </a:p>
        </p:txBody>
      </p:sp>
      <p:pic>
        <p:nvPicPr>
          <p:cNvPr id="3" name="Content Placeholder 5" descr="WhatsApp Image 2024-10-09 at 19.52.3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72470" y="5850890"/>
            <a:ext cx="1238885" cy="10064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randomBar dir="vert"/>
      </p:transition>
    </mc:Choice>
    <mc:Fallback>
      <p:transition spd="slow">
        <p:randomBar dir="vert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it-IT" altLang="en-US"/>
              <a:t> </a:t>
            </a:r>
            <a:endParaRPr lang="it-IT" altLang="en-US"/>
          </a:p>
        </p:txBody>
      </p:sp>
      <p:graphicFrame>
        <p:nvGraphicFramePr>
          <p:cNvPr id="5" name="Content Placeholder 4"/>
          <p:cNvGraphicFramePr/>
          <p:nvPr>
            <p:ph sz="half" idx="1"/>
          </p:nvPr>
        </p:nvGraphicFramePr>
        <p:xfrm>
          <a:off x="609600" y="317500"/>
          <a:ext cx="10906760" cy="54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53380"/>
                <a:gridCol w="5453380"/>
              </a:tblGrid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TECHNICAL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Corners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it-IT" altLang="en-US"/>
                        <a:t>45</a:t>
                      </a:r>
                      <a:endParaRPr lang="it-IT" altLang="en-US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Crossing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it-IT" altLang="en-US"/>
                        <a:t>70</a:t>
                      </a:r>
                      <a:endParaRPr lang="it-IT" altLang="en-US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Dribbling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it-IT" altLang="en-US"/>
                        <a:t>80</a:t>
                      </a:r>
                      <a:endParaRPr lang="it-IT" altLang="en-US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Finishing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it-IT" altLang="en-US"/>
                        <a:t>75</a:t>
                      </a:r>
                      <a:endParaRPr lang="it-IT" altLang="en-US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First Touch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it-IT" altLang="en-US"/>
                        <a:t>75</a:t>
                      </a:r>
                      <a:endParaRPr lang="it-IT" altLang="en-US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Free Kick Taking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it-IT" altLang="en-US"/>
                        <a:t>35</a:t>
                      </a:r>
                      <a:endParaRPr lang="it-IT" altLang="en-US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Heading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it-IT" altLang="en-US"/>
                        <a:t>80</a:t>
                      </a:r>
                      <a:endParaRPr lang="it-IT" altLang="en-US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Long Shots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it-IT" altLang="en-US"/>
                        <a:t>65</a:t>
                      </a:r>
                      <a:endParaRPr lang="it-IT" altLang="en-US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Long Throws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it-IT" altLang="en-US"/>
                        <a:t>20</a:t>
                      </a:r>
                      <a:endParaRPr lang="it-IT" altLang="en-US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Marking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it-IT" altLang="en-US"/>
                        <a:t>20</a:t>
                      </a:r>
                      <a:endParaRPr lang="it-IT" altLang="en-US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Passing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it-IT" altLang="en-US"/>
                        <a:t>70</a:t>
                      </a:r>
                      <a:endParaRPr lang="it-IT" altLang="en-US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Penalty Taking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it-IT" altLang="en-US"/>
                        <a:t>80</a:t>
                      </a:r>
                      <a:endParaRPr lang="it-IT" altLang="en-US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Tackling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it-IT" altLang="en-US"/>
                        <a:t>30</a:t>
                      </a:r>
                      <a:endParaRPr lang="it-IT" altLang="en-US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Technique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it-IT" altLang="en-US"/>
                        <a:t>75</a:t>
                      </a:r>
                      <a:endParaRPr lang="it-IT" altLang="en-US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465945" y="1174750"/>
            <a:ext cx="2116455" cy="4953000"/>
          </a:xfrm>
        </p:spPr>
        <p:txBody>
          <a:bodyPr/>
          <a:p>
            <a:pPr marL="0" indent="0">
              <a:buNone/>
            </a:pPr>
            <a:r>
              <a:rPr lang="it-IT" altLang="en-US"/>
              <a:t> </a:t>
            </a:r>
            <a:endParaRPr lang="it-IT" altLang="en-US"/>
          </a:p>
        </p:txBody>
      </p:sp>
      <p:pic>
        <p:nvPicPr>
          <p:cNvPr id="3" name="Content Placeholder 5" descr="WhatsApp Image 2024-10-09 at 19.52.3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72470" y="5803900"/>
            <a:ext cx="1238885" cy="105346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randomBar dir="vert"/>
      </p:transition>
    </mc:Choice>
    <mc:Fallback>
      <p:transition spd="slow">
        <p:randomBar dir="vert"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b="1">
                <a:solidFill>
                  <a:srgbClr val="FF0000"/>
                </a:solidFill>
              </a:rPr>
              <a:t>INJURY HISTORY</a:t>
            </a:r>
            <a:endParaRPr lang="en-US" b="1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174750"/>
            <a:ext cx="10262870" cy="5316855"/>
          </a:xfrm>
        </p:spPr>
        <p:txBody>
          <a:bodyPr/>
          <a:p>
            <a:pPr marL="0" indent="0">
              <a:buNone/>
            </a:pPr>
            <a:r>
              <a:rPr lang="it-IT" altLang="en-US"/>
              <a:t>24/25  muscular problems     Oct 2, 2024</a:t>
            </a:r>
            <a:endParaRPr lang="it-IT" altLang="en-US"/>
          </a:p>
          <a:p>
            <a:pPr marL="0" indent="0">
              <a:buNone/>
            </a:pPr>
            <a:r>
              <a:rPr lang="it-IT" altLang="en-US"/>
              <a:t>24/25  Ankle problems           Sep 6, 2024 Sep 12, 2024</a:t>
            </a:r>
            <a:endParaRPr lang="it-IT" altLang="en-US"/>
          </a:p>
          <a:p>
            <a:pPr marL="0" indent="0">
              <a:buNone/>
            </a:pPr>
            <a:r>
              <a:rPr lang="it-IT" altLang="en-US"/>
              <a:t>23/24  unknown injury	      Apr 20, 2024 Apr 24, 2024</a:t>
            </a:r>
            <a:endParaRPr lang="it-IT" altLang="en-US"/>
          </a:p>
          <a:p>
            <a:pPr marL="0" indent="0">
              <a:buNone/>
            </a:pPr>
            <a:r>
              <a:rPr lang="it-IT" altLang="en-US"/>
              <a:t>23/24  Hamstring injury        Dec 14, 2023 Jan 17, 2024</a:t>
            </a:r>
            <a:endParaRPr lang="it-IT" altLang="en-US"/>
          </a:p>
          <a:p>
            <a:pPr marL="0" indent="0">
              <a:buNone/>
            </a:pPr>
            <a:r>
              <a:rPr lang="it-IT" altLang="en-US"/>
              <a:t>22/23  Hamstring muscle inj.  Nov 17,2022 Jan 5, 2023</a:t>
            </a:r>
            <a:endParaRPr lang="it-IT" altLang="en-US"/>
          </a:p>
          <a:p>
            <a:pPr marL="0" indent="0">
              <a:buNone/>
            </a:pPr>
            <a:r>
              <a:rPr lang="it-IT" altLang="en-US"/>
              <a:t>22/23  unknown injury	   Oct 24, 2022	  Nov 15, 2022</a:t>
            </a:r>
            <a:endParaRPr lang="it-IT" altLang="en-US"/>
          </a:p>
          <a:p>
            <a:pPr marL="0" indent="0">
              <a:buNone/>
            </a:pPr>
            <a:r>
              <a:rPr lang="it-IT" altLang="en-US"/>
              <a:t>21/22  Corona virus	           Oct 25, 2021	  Nov 22, 2021</a:t>
            </a:r>
            <a:endParaRPr lang="it-IT" altLang="en-US"/>
          </a:p>
          <a:p>
            <a:pPr marL="0" indent="0">
              <a:buNone/>
            </a:pPr>
            <a:r>
              <a:rPr lang="it-IT" altLang="en-US"/>
              <a:t>20/21  Torn muscle fiber	   Mar 29, 2021	    Jun 7, 2021</a:t>
            </a:r>
            <a:endParaRPr lang="it-IT" altLang="en-US"/>
          </a:p>
          <a:p>
            <a:pPr marL="0" indent="0">
              <a:buNone/>
            </a:pPr>
            <a:r>
              <a:rPr lang="it-IT" altLang="en-US"/>
              <a:t>20/21  Torn muscle fiber	    Feb 8, 2021	   Mar 15, 2021	</a:t>
            </a:r>
            <a:endParaRPr lang="it-IT" altLang="en-US"/>
          </a:p>
        </p:txBody>
      </p:sp>
      <p:pic>
        <p:nvPicPr>
          <p:cNvPr id="6" name="Content Placeholder 5" descr="WhatsApp Image 2024-10-09 at 19.52.34"/>
          <p:cNvPicPr>
            <a:picLocks noChangeAspect="1"/>
          </p:cNvPicPr>
          <p:nvPr>
            <p:ph sz="half" idx="2"/>
          </p:nvPr>
        </p:nvPicPr>
        <p:blipFill>
          <a:blip r:embed="rId1"/>
          <a:stretch>
            <a:fillRect/>
          </a:stretch>
        </p:blipFill>
        <p:spPr>
          <a:xfrm>
            <a:off x="10872470" y="5516880"/>
            <a:ext cx="1238885" cy="134048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ym typeface="+mn-ea"/>
              </a:rPr>
              <a:t>BEST ROLES (SUITABLE)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174750"/>
            <a:ext cx="10148570" cy="4953000"/>
          </a:xfrm>
        </p:spPr>
        <p:txBody>
          <a:bodyPr/>
          <a:p>
            <a:pPr marL="0" indent="0">
              <a:buNone/>
            </a:pPr>
            <a:r>
              <a:rPr lang="en-US" b="1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rgbClr val="FF0000"/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Winger (Attack)75.3</a:t>
            </a:r>
            <a:endParaRPr lang="en-US" b="1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solidFill>
                <a:srgbClr val="FF0000"/>
              </a:solidFill>
              <a:effectLst>
                <a:innerShdw blurRad="177800">
                  <a:schemeClr val="accent3">
                    <a:lumMod val="50000"/>
                  </a:schemeClr>
                </a:innerShdw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r>
              <a:rPr lang="en-US" b="1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rgbClr val="FF0000"/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Poacher (Attack)74.7</a:t>
            </a:r>
            <a:endParaRPr lang="en-US" b="1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solidFill>
                <a:srgbClr val="FF0000"/>
              </a:solidFill>
              <a:effectLst>
                <a:innerShdw blurRad="177800">
                  <a:schemeClr val="accent3">
                    <a:lumMod val="50000"/>
                  </a:schemeClr>
                </a:innerShdw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r>
              <a:rPr lang="en-US" b="1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rgbClr val="FF0000"/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Winger (Support)74.5</a:t>
            </a:r>
            <a:endParaRPr lang="en-US" b="1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solidFill>
                <a:srgbClr val="FF0000"/>
              </a:solidFill>
              <a:effectLst>
                <a:innerShdw blurRad="177800">
                  <a:schemeClr val="accent3">
                    <a:lumMod val="50000"/>
                  </a:schemeClr>
                </a:innerShdw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r>
              <a:rPr lang="en-US" b="1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rgbClr val="FF0000"/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Inverted Winger (Attack)74.4</a:t>
            </a:r>
            <a:endParaRPr lang="en-US" b="1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solidFill>
                <a:srgbClr val="FF0000"/>
              </a:solidFill>
              <a:effectLst>
                <a:innerShdw blurRad="177800">
                  <a:schemeClr val="accent3">
                    <a:lumMod val="50000"/>
                  </a:schemeClr>
                </a:innerShdw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r>
              <a:rPr lang="en-US" b="1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rgbClr val="FF0000"/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Inverted Winger (Support)74.4</a:t>
            </a:r>
            <a:endParaRPr lang="en-US" b="1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solidFill>
                <a:srgbClr val="FF0000"/>
              </a:solidFill>
              <a:effectLst>
                <a:innerShdw blurRad="177800">
                  <a:schemeClr val="accent3">
                    <a:lumMod val="50000"/>
                  </a:schemeClr>
                </a:innerShdw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p>
            <a:pPr marL="0" indent="0">
              <a:buNone/>
            </a:pPr>
            <a:r>
              <a:rPr lang="it-IT" altLang="en-US"/>
              <a:t> </a:t>
            </a:r>
            <a:endParaRPr lang="it-IT" altLang="en-US"/>
          </a:p>
        </p:txBody>
      </p:sp>
      <p:pic>
        <p:nvPicPr>
          <p:cNvPr id="5" name="Content Placeholder 5" descr="WhatsApp Image 2024-10-09 at 19.52.3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72470" y="5516880"/>
            <a:ext cx="1238885" cy="134048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randomBar dir="vert"/>
      </p:transition>
    </mc:Choice>
    <mc:Fallback>
      <p:transition spd="slow">
        <p:randomBar dir="vert"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it-IT" altLang="en-US"/>
              <a:t> </a:t>
            </a:r>
            <a:endParaRPr lang="it-IT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232535"/>
            <a:ext cx="10732135" cy="4895215"/>
          </a:xfrm>
        </p:spPr>
        <p:txBody>
          <a:bodyPr/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STATUS ABILITY GLOBAL </a:t>
            </a:r>
            <a:r>
              <a:rPr lang="it-IT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     </a:t>
            </a:r>
            <a:endParaRPr lang="en-US"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it-IT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 </a:t>
            </a:r>
            <a:endParaRPr lang="en-US"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OVERALL PREVIEW </a:t>
            </a:r>
            <a:r>
              <a:rPr lang="it-IT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  </a:t>
            </a:r>
            <a:endParaRPr lang="it-IT" altLang="en-US"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it-IT" altLang="en-US" b="1" i="0" u="none" strike="noStrike" kern="1200" cap="none" spc="0" normalizeH="0" baseline="0" noProof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+mn-ea"/>
              <a:cs typeface="+mn-cs"/>
            </a:endParaRPr>
          </a:p>
        </p:txBody>
      </p:sp>
      <p:pic>
        <p:nvPicPr>
          <p:cNvPr id="4" name="Content Placeholder 3" descr="WhatsApp Image 2024-10-09 at 19.52.34"/>
          <p:cNvPicPr>
            <a:picLocks noChangeAspect="1"/>
          </p:cNvPicPr>
          <p:nvPr>
            <p:ph sz="half" idx="2"/>
          </p:nvPr>
        </p:nvPicPr>
        <p:blipFill>
          <a:blip r:embed="rId1"/>
          <a:stretch>
            <a:fillRect/>
          </a:stretch>
        </p:blipFill>
        <p:spPr>
          <a:xfrm>
            <a:off x="10872470" y="5516880"/>
            <a:ext cx="1238885" cy="134048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randomBar dir="vert"/>
      </p:transition>
    </mc:Choice>
    <mc:Fallback>
      <p:transition spd="slow">
        <p:randomBar dir="vert"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ym typeface="+mn-ea"/>
              </a:rPr>
              <a:t>The parameters indicate that it is similar to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174750"/>
            <a:ext cx="10695305" cy="4953000"/>
          </a:xfrm>
        </p:spPr>
        <p:txBody>
          <a:bodyPr/>
          <a:p>
            <a:pPr marL="0" indent="0">
              <a:buNone/>
            </a:pPr>
            <a:r>
              <a:rPr lang="it-IT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Federico Chiesa   AMR, AML, ST                 Liverpool</a:t>
            </a:r>
            <a:endParaRPr lang="it-IT" altLang="en-US"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endParaRPr lang="it-IT" altLang="en-US"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r>
              <a:rPr lang="it-IT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Jarrod Bowen       MR, ML, AMR, AML, ST  West Ham </a:t>
            </a:r>
            <a:endParaRPr lang="it-IT" altLang="en-US"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r>
              <a:rPr lang="it-IT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endParaRPr lang="it-IT" altLang="en-US"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r>
              <a:rPr lang="it-IT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Raphinha              MR, AMR, AML              FC Barcelona</a:t>
            </a:r>
            <a:endParaRPr lang="it-IT" altLang="en-US"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4" name="Content Placeholder 3" descr="WhatsApp Image 2024-10-09 at 19.52.34"/>
          <p:cNvPicPr>
            <a:picLocks noChangeAspect="1"/>
          </p:cNvPicPr>
          <p:nvPr>
            <p:ph sz="half" idx="2"/>
          </p:nvPr>
        </p:nvPicPr>
        <p:blipFill>
          <a:blip r:embed="rId1"/>
          <a:stretch>
            <a:fillRect/>
          </a:stretch>
        </p:blipFill>
        <p:spPr>
          <a:xfrm>
            <a:off x="10872470" y="5516880"/>
            <a:ext cx="1238885" cy="134048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randomBar dir="vert"/>
      </p:transition>
    </mc:Choice>
    <mc:Fallback>
      <p:transition spd="slow">
        <p:randomBar dir="vert"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it-IT" altLang="en-US"/>
              <a:t> </a:t>
            </a:r>
            <a:endParaRPr lang="it-IT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174750"/>
            <a:ext cx="11097260" cy="4953000"/>
          </a:xfrm>
        </p:spPr>
        <p:txBody>
          <a:bodyPr/>
          <a:p>
            <a:pPr marL="0" indent="0" fontAlgn="base">
              <a:buNone/>
            </a:pPr>
            <a:r>
              <a:rPr lang="it-IT" altLang="en-US"/>
              <a:t> </a:t>
            </a:r>
            <a:r>
              <a:rPr lang="en-US" b="1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current player value</a:t>
            </a:r>
            <a:r>
              <a:rPr lang="it-IT" altLang="en-US">
                <a:highlight>
                  <a:srgbClr val="00FFFF"/>
                </a:highlight>
                <a:sym typeface="+mn-ea"/>
              </a:rPr>
              <a:t> </a:t>
            </a:r>
            <a:endParaRPr lang="it-IT" altLang="en-US" strike="noStrike" noProof="1">
              <a:highlight>
                <a:srgbClr val="00FFFF"/>
              </a:highlight>
            </a:endParaRPr>
          </a:p>
          <a:p>
            <a:pPr marL="0" indent="0" fontAlgn="base">
              <a:buNone/>
            </a:pPr>
            <a:r>
              <a:rPr lang="it-IT" altLang="en-US">
                <a:sym typeface="+mn-ea"/>
              </a:rPr>
              <a:t> </a:t>
            </a:r>
            <a:endParaRPr lang="it-IT" altLang="en-US" strike="noStrike" noProof="1">
              <a:ln w="12700">
                <a:solidFill>
                  <a:schemeClr val="tx2">
                    <a:lumMod val="75000"/>
                  </a:schemeClr>
                </a:solidFill>
                <a:prstDash val="solid"/>
              </a:ln>
              <a:pattFill prst="dkUpDiag">
                <a:fgClr>
                  <a:schemeClr val="tx2"/>
                </a:fgClr>
                <a:bgClr>
                  <a:schemeClr val="tx2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tx2">
                    <a:lumMod val="75000"/>
                  </a:schemeClr>
                </a:outerShdw>
              </a:effectLst>
              <a:sym typeface="+mn-ea"/>
            </a:endParaRPr>
          </a:p>
          <a:p>
            <a:pPr marL="0" indent="0" fontAlgn="base">
              <a:buNone/>
            </a:pPr>
            <a:r>
              <a:rPr lang="it-IT" altLang="en-US" b="1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potential future value</a:t>
            </a:r>
            <a:endParaRPr lang="it-IT" altLang="en-US">
              <a:ln w="12700">
                <a:solidFill>
                  <a:schemeClr val="tx2">
                    <a:lumMod val="75000"/>
                  </a:schemeClr>
                </a:solidFill>
                <a:prstDash val="solid"/>
              </a:ln>
              <a:pattFill prst="dkUpDiag">
                <a:fgClr>
                  <a:schemeClr val="tx2"/>
                </a:fgClr>
                <a:bgClr>
                  <a:schemeClr val="tx2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tx2">
                    <a:lumMod val="75000"/>
                  </a:schemeClr>
                </a:outerShdw>
              </a:effectLst>
              <a:sym typeface="+mn-ea"/>
            </a:endParaRPr>
          </a:p>
          <a:p>
            <a:pPr marL="0" indent="0" fontAlgn="base">
              <a:buNone/>
            </a:pPr>
            <a:r>
              <a:rPr lang="it-IT" altLang="en-US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  <a:sym typeface="+mn-ea"/>
              </a:rPr>
              <a:t> </a:t>
            </a:r>
            <a:endParaRPr lang="it-IT" altLang="en-US">
              <a:ln w="12700">
                <a:solidFill>
                  <a:schemeClr val="accent1"/>
                </a:solidFill>
                <a:prstDash val="solid"/>
              </a:ln>
              <a:pattFill prst="pct50">
                <a:fgClr>
                  <a:schemeClr val="accent1"/>
                </a:fgClr>
                <a:bgClr>
                  <a:schemeClr val="accent1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accent1"/>
                </a:outerShdw>
              </a:effectLst>
              <a:sym typeface="+mn-ea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p>
            <a:pPr marL="0" indent="0">
              <a:buNone/>
            </a:pPr>
            <a:r>
              <a:rPr lang="it-IT" altLang="en-US"/>
              <a:t> </a:t>
            </a:r>
            <a:endParaRPr lang="it-IT" altLang="en-US"/>
          </a:p>
        </p:txBody>
      </p:sp>
      <p:sp>
        <p:nvSpPr>
          <p:cNvPr id="5" name="Text Box 4"/>
          <p:cNvSpPr txBox="1"/>
          <p:nvPr/>
        </p:nvSpPr>
        <p:spPr>
          <a:xfrm>
            <a:off x="612775" y="6481445"/>
            <a:ext cx="251523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fld id="{63A1C593-65D0-4073-BCC9-577B9352EA97}" type="datetime2">
              <a:rPr lang="en-US" smtClean="0"/>
            </a:fld>
            <a:endParaRPr lang="en-US"/>
          </a:p>
        </p:txBody>
      </p:sp>
      <p:sp>
        <p:nvSpPr>
          <p:cNvPr id="7" name="Text Box 6"/>
          <p:cNvSpPr txBox="1"/>
          <p:nvPr/>
        </p:nvSpPr>
        <p:spPr>
          <a:xfrm>
            <a:off x="6660515" y="6481445"/>
            <a:ext cx="18973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it-IT" altLang="en-US">
                <a:effectLst>
                  <a:reflection blurRad="6350" stA="50000" endA="300" endPos="50000" dist="29997" dir="5400000" sy="-100000" algn="bl" rotWithShape="0"/>
                </a:effectLst>
                <a:latin typeface="Arial" panose="020B0604020202020204" pitchFamily="34" charset="0"/>
                <a:sym typeface="+mn-ea"/>
              </a:rPr>
              <a:t>Giuseppe Macca</a:t>
            </a:r>
            <a:endParaRPr lang="en-US"/>
          </a:p>
        </p:txBody>
      </p:sp>
      <p:pic>
        <p:nvPicPr>
          <p:cNvPr id="8" name="Content Placeholder 5" descr="WhatsApp Image 2024-10-09 at 19.52.3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72470" y="5516880"/>
            <a:ext cx="1238885" cy="134048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randomBar dir="vert"/>
      </p:transition>
    </mc:Choice>
    <mc:Fallback>
      <p:transition spd="slow">
        <p:randomBar dir="vert"/>
      </p:transition>
    </mc:Fallback>
  </mc:AlternateContent>
</p:sld>
</file>

<file path=ppt/theme/theme1.xml><?xml version="1.0" encoding="utf-8"?>
<a:theme xmlns:a="http://schemas.openxmlformats.org/drawingml/2006/main" name="Green Color">
  <a:themeElements>
    <a:clrScheme name="Green Color 13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9900"/>
      </a:accent1>
      <a:accent2>
        <a:srgbClr val="99CC00"/>
      </a:accent2>
      <a:accent3>
        <a:srgbClr val="FFFFFF"/>
      </a:accent3>
      <a:accent4>
        <a:srgbClr val="000000"/>
      </a:accent4>
      <a:accent5>
        <a:srgbClr val="AACAAA"/>
      </a:accent5>
      <a:accent6>
        <a:srgbClr val="8AB900"/>
      </a:accent6>
      <a:hlink>
        <a:srgbClr val="CC3300"/>
      </a:hlink>
      <a:folHlink>
        <a:srgbClr val="996600"/>
      </a:folHlink>
    </a:clrScheme>
    <a:fontScheme name="Green Color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</a:objectDefaults>
  <a:extraClrSchemeLst>
    <a:extraClrScheme>
      <a:clrScheme name="Green Color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reen Color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reen Color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reen Color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reen Color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reen Color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reen Color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reen Color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reen Color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reen Color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reen Color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reen Color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reen Color 13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9900"/>
        </a:accent1>
        <a:accent2>
          <a:srgbClr val="99CC00"/>
        </a:accent2>
        <a:accent3>
          <a:srgbClr val="FFFFFF"/>
        </a:accent3>
        <a:accent4>
          <a:srgbClr val="000000"/>
        </a:accent4>
        <a:accent5>
          <a:srgbClr val="AACAAA"/>
        </a:accent5>
        <a:accent6>
          <a:srgbClr val="8AB900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1769</Words>
  <Application>WPS Presentation</Application>
  <PresentationFormat>Widescreen</PresentationFormat>
  <Paragraphs>225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8" baseType="lpstr">
      <vt:lpstr>Arial</vt:lpstr>
      <vt:lpstr>SimSun</vt:lpstr>
      <vt:lpstr>Wingdings</vt:lpstr>
      <vt:lpstr>Microsoft YaHei</vt:lpstr>
      <vt:lpstr>Arial Unicode MS</vt:lpstr>
      <vt:lpstr>Calibri</vt:lpstr>
      <vt:lpstr>Green Color</vt:lpstr>
      <vt:lpstr>PowerPoint 演示文稿</vt:lpstr>
      <vt:lpstr>                          Technical Schedule</vt:lpstr>
      <vt:lpstr>SEASON HEATMAP</vt:lpstr>
      <vt:lpstr>PowerPoint 演示文稿</vt:lpstr>
      <vt:lpstr> </vt:lpstr>
      <vt:lpstr> </vt:lpstr>
      <vt:lpstr>INJURY HISTORY</vt:lpstr>
      <vt:lpstr>BEST ROLES (SUITABLE)</vt:lpstr>
      <vt:lpstr> </vt:lpstr>
      <vt:lpstr>The parameters indicate that it is similar to</vt:lpstr>
      <vt:lpstr>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Technical Schedule</dc:title>
  <dc:creator/>
  <cp:lastModifiedBy>giuseppe.macca</cp:lastModifiedBy>
  <cp:revision>25</cp:revision>
  <dcterms:created xsi:type="dcterms:W3CDTF">2023-06-04T10:59:00Z</dcterms:created>
  <dcterms:modified xsi:type="dcterms:W3CDTF">2025-03-31T15:02:14Z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60AC356AB9204BF2B919A4BB8AE7B43B</vt:lpwstr>
  </property>
  <property fmtid="{D5CDD505-2E9C-101B-9397-08002B2CF9AE}" pid="3" name="KSOProductBuildVer">
    <vt:lpwstr>1033-11.2.0.11486</vt:lpwstr>
  </property>
</Properties>
</file>