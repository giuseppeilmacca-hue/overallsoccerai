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Noureldin Ibrahim  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  Qatar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    11/7/2007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    Forward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  right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  173 cm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    Al-Ahli SC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605770" cy="34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885"/>
                <a:gridCol w="5302885"/>
              </a:tblGrid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Acceleration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72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53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52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Jumping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44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Natural Fitness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51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52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Stamina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51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49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184150"/>
          <a:ext cx="10972800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240"/>
                <a:gridCol w="5496560"/>
              </a:tblGrid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Aggression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46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Anticipation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47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Bravery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53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Composure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44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Concentration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46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Decisions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47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Determination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41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Flair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51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34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Off the Ball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42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52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44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56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906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380"/>
                <a:gridCol w="54533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Corners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44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Crossing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51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Dribbling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53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Finishing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61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First Touch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Free Kick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33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Heading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38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Shots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51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Throws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21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Marking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19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Penalty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44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Tackling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34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Poacher </a:t>
            </a: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(Attacking)63.9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Pressing Forward (Attacking)63.2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52/100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it-IT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64/100</a:t>
            </a: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Matías Arezo          ST        Grêmio Porto Alegre (BRA)     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Felix Afena-Gyan   ST        Juventus NextGen    (ita)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97260" cy="495300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97.000 eur</a:t>
            </a:r>
            <a:endParaRPr lang="it-IT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endParaRPr lang="it-IT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525.044 eur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1200</Words>
  <Application>WPS Presentation</Application>
  <PresentationFormat>Widescreen</PresentationFormat>
  <Paragraphs>214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PowerPoint 演示文稿</vt:lpstr>
      <vt:lpstr> </vt:lpstr>
      <vt:lpstr> </vt:lpstr>
      <vt:lpstr>BEST ROLES (SUITABLE)</vt:lpstr>
      <vt:lpstr> </vt:lpstr>
      <vt:lpstr>The parameters indicate that it is similar to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giuseppe.macca</cp:lastModifiedBy>
  <cp:revision>18</cp:revision>
  <dcterms:created xsi:type="dcterms:W3CDTF">2023-06-04T10:59:00Z</dcterms:created>
  <dcterms:modified xsi:type="dcterms:W3CDTF">2025-02-20T18:20:16Z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1033-11.2.0.11486</vt:lpwstr>
  </property>
</Properties>
</file>