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Francesco Pistolesi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italia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11/03/2005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Difesa - Terzino sinistro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sinistro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1,80 m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AZ Picerno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sp>
        <p:nvSpPr>
          <p:cNvPr id="7" name="Content Placeholder 6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WhatsApp Image 2025-10-08 at 18.44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85" y="1174750"/>
            <a:ext cx="11054715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r>
              <a:rPr lang="it-IT" altLang="en-US" b="1">
                <a:solidFill>
                  <a:srgbClr val="FF0000"/>
                </a:solidFill>
              </a:rPr>
              <a:t> and RISK INJURIES</a:t>
            </a:r>
            <a:endParaRPr lang="it-IT" alt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90612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22/23 Yellow card suspension	Serie D play-out	10/05/2023	15/05/2023	</a:t>
            </a:r>
            <a:endParaRPr lang="it-IT" altLang="en-US"/>
          </a:p>
          <a:p>
            <a:pPr marL="0" indent="0">
              <a:buNone/>
            </a:pPr>
            <a:endParaRPr lang="it-IT" altLang="en-US"/>
          </a:p>
          <a:p>
            <a:pPr marL="0" indent="0">
              <a:buNone/>
            </a:pPr>
            <a:r>
              <a:rPr lang="it-IT" altLang="en-US" sz="1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Rischio di Infortuni (in base allo storico): Basso</a:t>
            </a:r>
            <a:endParaRPr lang="it-IT" altLang="en-US" sz="1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it-IT" altLang="en-US" sz="1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sz="1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Percentuale di Partite Saltate per Infortunio (Ultimi 5 Anni): Molto Bassa (vicino allo 0%)</a:t>
            </a:r>
            <a:endParaRPr lang="it-IT" altLang="en-US" sz="1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it-IT" altLang="en-US" sz="1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sz="12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Conclusione: Sulla base delle informazioni fornite e integrate, la percentuale di partite saltate specificamente a causa di infortuni fisici negli ultimi 5 anni risulta essere trascurabile o nulla. Questo indica un basso rischio di infortunio storico.	</a:t>
            </a:r>
            <a:endParaRPr lang="it-IT" altLang="en-US" sz="12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6127115"/>
            <a:ext cx="969010" cy="730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No-Nonsense Full-back (Defend)54.4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Full-back (Attack)54.4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(Defend)53.8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(Support)53.3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Wing-back (Defend)53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54/100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74/100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Damian Barraco           DL, WBL             Godoy Cruz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Samukelo Kabini          DL                        TS Galaxy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Lorenzo Youndjé          DL                        KAS Eupen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€150.000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€1.500.000 - €2.500.000	 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z="1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sz="18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Se il giocatore raggiunge una Overall di 65-70 e si stabilisce in Serie B o in una seconda divisione europea, il suo valore, data l'età, potrebbe crescere significativamente, specialmente se le carenze tecniche vengono colmate.</a:t>
            </a:r>
            <a:endParaRPr lang="it-IT" altLang="en-US" sz="18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Sistema Consigliato: Una difesa a 4 (4-4-2 o 4-3-3). È più adatto come Terzino di Spinta che sfrutta la velocità e la resistenza per attaccare e difendere, a patto che l'attacco non richieda cross precisi o dribbling elaborati (Crossing 45, Dribbling 45). Potrebbe anche essere usato come Wing-back (Defend) (53.8) in un 3-5-2, sfruttando la sua Stamina (60) per coprire l'intera fascia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sz="1400"/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Tipo di Leadership dell'Allenatore</a:t>
            </a:r>
            <a:r>
              <a:rPr lang="it-IT" alt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:</a:t>
            </a:r>
            <a:endParaRPr lang="it-IT" alt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Il giocatore presenta attributi mentali che indicano la necessità di una guida forte: Leadership (30), Composure (40) e Determination (40) sono bassi.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Stile di Leadership: L'allenatore dovrebbe avere un approccio autoritario e carismatico, fornendo istruzioni tattiche estremamente chiare e specifiche. Questo compenserebbe la bassa capacità del giocatore di prendere decisioni autonome sotto pressione.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Focus dello Sviluppo: L'allenatore dovrebbe concentrarsi sull'aumento della Determinazione e della Composure attraverso l'allenamento e l'incoraggiamento costante, essenziali per la crescita.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Attuale/Immediato: Le sue statistiche lo collocano come un giocatore solido per la Serie C italiana (Terzo livello) o in campionati equivalenti in Europa, come la Terza Divisione tedesca/spagnola o le prime divisioni di paesi con leghe meno competitive (es. Grecia, Polonia).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sz="140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Potenziale: Se dovesse migliorare significativamente gli attributi tecnici difensivi cruciali (Marking 35, Tackling 40), la sua base fisica e l'impegno (Work Rate 70) gli darebbero il potenziale per giocare stabilmente in Serie B italiana o nelle Seconde Divisioni di campionati maggiori (es. EFL Championship, 2. Bundesliga)</a:t>
            </a:r>
            <a:endParaRPr lang="en-US" sz="140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3753</Words>
  <Application>WPS Presentation</Application>
  <PresentationFormat>Widescreen</PresentationFormat>
  <Paragraphs>246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INJURY HISTORY and RISK INJURIES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25</cp:revision>
  <dcterms:created xsi:type="dcterms:W3CDTF">2023-06-04T10:59:00Z</dcterms:created>
  <dcterms:modified xsi:type="dcterms:W3CDTF">2025-10-08T17:44:11Z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